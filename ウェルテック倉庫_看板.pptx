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49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6797042" cy="6858000"/>
          </a:xfrm>
          <a:prstGeom prst="rect">
            <a:avLst/>
          </a:prstGeom>
          <a:solidFill>
            <a:srgbClr val="00854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349240" y="0"/>
            <a:ext cx="137160" cy="6858000"/>
          </a:xfrm>
          <a:prstGeom prst="rect">
            <a:avLst/>
          </a:prstGeom>
          <a:solidFill>
            <a:srgbClr val="00A85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463040" y="457200"/>
            <a:ext cx="2560320" cy="25603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800" dirty="0">
                <a:solidFill>
                  <a:srgbClr val="F0F7F3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株式会社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3657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ウェルテック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1097280" y="5029200"/>
            <a:ext cx="3291840" cy="0"/>
          </a:xfrm>
          <a:prstGeom prst="line">
            <a:avLst/>
          </a:prstGeom>
          <a:noFill/>
          <a:ln w="25400">
            <a:solidFill>
              <a:srgbClr val="E8A81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5212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160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倉　庫</a:t>
            </a:r>
            <a:endParaRPr lang="en-US" sz="5600" dirty="0"/>
          </a:p>
        </p:txBody>
      </p:sp>
      <p:sp>
        <p:nvSpPr>
          <p:cNvPr id="10" name="Shape 7"/>
          <p:cNvSpPr/>
          <p:nvPr/>
        </p:nvSpPr>
        <p:spPr>
          <a:xfrm>
            <a:off x="1097280" y="6400800"/>
            <a:ext cx="3291840" cy="0"/>
          </a:xfrm>
          <a:prstGeom prst="line">
            <a:avLst/>
          </a:prstGeom>
          <a:noFill/>
          <a:ln w="25400">
            <a:solidFill>
              <a:srgbClr val="E8A81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0" y="914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お問い合わせ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5943600" y="1783080"/>
            <a:ext cx="5029200" cy="0"/>
          </a:xfrm>
          <a:prstGeom prst="line">
            <a:avLst/>
          </a:prstGeom>
          <a:noFill/>
          <a:ln w="25400">
            <a:solidFill>
              <a:srgbClr val="00A85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943600" y="21031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0A85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94360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代表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43600" y="2606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086-941-0882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5943600" y="3794760"/>
            <a:ext cx="50292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0" y="4023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8A817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集荷配送の業者様へ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43600" y="4480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7F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ご不明な点は下記番号までお電話お願いいたします。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0" y="50749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E8A817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943600" y="5074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担当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943600" y="55321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070-9382-4695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10332720" y="5532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0F7F3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（五島）</a:t>
            </a:r>
            <a:endParaRPr lang="en-US" sz="1800" dirty="0"/>
          </a:p>
        </p:txBody>
      </p:sp>
      <p:pic>
        <p:nvPicPr>
          <p:cNvPr id="26" name="グラフィックス 25">
            <a:extLst>
              <a:ext uri="{FF2B5EF4-FFF2-40B4-BE49-F238E27FC236}">
                <a16:creationId xmlns:a16="http://schemas.microsoft.com/office/drawing/2014/main" id="{47C08A9B-F3B4-1B0F-2E4D-6A86E252B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3537" y="354330"/>
            <a:ext cx="2219325" cy="2857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457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800" dirty="0">
                <a:solidFill>
                  <a:schemeClr val="bg1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CONTACT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テーマ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</Words>
  <Application>Microsoft Office PowerPoint</Application>
  <PresentationFormat>ワイド画面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Noto Sans JP</vt:lpstr>
      <vt:lpstr>Noto Sans JP Black</vt:lpstr>
      <vt:lpstr>Noto Sans JP Medium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ウェルテック倉庫看板</dc:title>
  <dc:subject>PptxGenJS Presentation</dc:subject>
  <dc:creator>WellTech</dc:creator>
  <cp:lastModifiedBy>Kazuyuki Goshima</cp:lastModifiedBy>
  <cp:revision>2</cp:revision>
  <dcterms:created xsi:type="dcterms:W3CDTF">2026-03-14T10:31:04Z</dcterms:created>
  <dcterms:modified xsi:type="dcterms:W3CDTF">2026-03-14T10:37:49Z</dcterms:modified>
</cp:coreProperties>
</file>